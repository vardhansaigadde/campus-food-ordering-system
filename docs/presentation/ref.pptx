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305" r:id="rId2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91" autoAdjust="0"/>
    <p:restoredTop sz="95033" autoAdjust="0"/>
  </p:normalViewPr>
  <p:slideViewPr>
    <p:cSldViewPr>
      <p:cViewPr varScale="1">
        <p:scale>
          <a:sx n="75" d="100"/>
          <a:sy n="75" d="100"/>
        </p:scale>
        <p:origin x="1589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699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104870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104870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0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70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104868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104868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68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104868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1048582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1048583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584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1048585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8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1048689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1048690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1048691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692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1048693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1048695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696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1048697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bg object 16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2097154" name="bg object 17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2097155" name="bg object 18"/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048588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97156" name="bg object 20"/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1048589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590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1048591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1048577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1048578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579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1048580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E0127A1B-56C6-6F58-E9B7-6E7D9D2529EC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9B7A7F65-1FCC-940A-21C6-9117D20146C3}"/>
                </a:ext>
              </a:extLst>
            </p:cNvPr>
            <p:cNvPicPr>
              <a:picLocks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8316D7A2-FB5E-D82F-07AE-BB3D88B3995F}"/>
                </a:ext>
              </a:extLst>
            </p:cNvPr>
            <p:cNvPicPr>
              <a:picLocks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154C8D9B-4579-43CD-8666-109CE37E3460}"/>
                </a:ext>
              </a:extLst>
            </p:cNvPr>
            <p:cNvPicPr>
              <a:picLocks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5CD242D3-60D6-6E14-41D3-FEC4B4059602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TextBox 14">
            <a:extLst>
              <a:ext uri="{FF2B5EF4-FFF2-40B4-BE49-F238E27FC236}">
                <a16:creationId xmlns:a16="http://schemas.microsoft.com/office/drawing/2014/main" id="{80363729-44B0-3D55-9C19-31D816084DAD}"/>
              </a:ext>
            </a:extLst>
          </p:cNvPr>
          <p:cNvSpPr txBox="1"/>
          <p:nvPr/>
        </p:nvSpPr>
        <p:spPr>
          <a:xfrm>
            <a:off x="4343400" y="256264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11D665D9-9F5D-6CB1-6891-43581DD76E83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210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Palatino Linotype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vardhan sai Gadde</cp:lastModifiedBy>
  <cp:revision>4</cp:revision>
  <dcterms:created xsi:type="dcterms:W3CDTF">2025-10-09T21:28:06Z</dcterms:created>
  <dcterms:modified xsi:type="dcterms:W3CDTF">2026-10-06T04:30:29Z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  <property fmtid="{D5CDD505-2E9C-101B-9397-08002B2CF9AE}" pid="4" name="ICV">
    <vt:lpwstr>36c40903366b44e99e67453f077e2ca1_23</vt:lpwstr>
  </property>
</Properties>
</file>